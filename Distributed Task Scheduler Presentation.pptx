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495770ee-94ec-43f1-80bd-f9ad8095b93b.fntdata" /><ns0:Relationship Id="rIdFont17" Type="http://schemas.openxmlformats.org/officeDocument/2006/relationships/font" Target="fonts/e1b746a7-566d-4c94-97ed-75f110a156a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792735"/>
            <a:ext cx="10972800" cy="1200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79273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86496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18CF8"/>
                </a:solidFill>
                <a:latin typeface="Inter"/>
              </a:rPr>
              <a:t>MCA MAJOR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07865"/>
            <a:ext cx="11582400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Distributed Task 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54535"/>
            <a:ext cx="676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A high-performance concurrent task distribution and fault-tolerant scheduling system built in 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07060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Inter"/>
              </a:rPr>
              <a:t>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307085"/>
            <a:ext cx="952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Group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150" y="4107060"/>
            <a:ext cx="4500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Inter"/>
              </a:rPr>
              <a:t>TEAM MEMBERS &amp; ROLL 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150" y="4307085"/>
            <a:ext cx="3695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2E8F0"/>
                </a:solidFill>
                <a:latin typeface="Inter"/>
              </a:rPr>
              <a:t>1. Sandipkumar Mohanbhai Bhuriya (26PG110058)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2. Khilari Sairaj Rajendra (26PG110059)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3. Gohil Bhavdeep Jayantibhai (26PG110065)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3712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33712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48037"/>
            <a:ext cx="28765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48037"/>
            <a:ext cx="28765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48037"/>
            <a:ext cx="28765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Project Objectives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343025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Designed to decouple task submission, coordination, and distributed worker execution with extreme reliability and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67137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Asynchronous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0719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Built on Tokio async runtime for high concurrent throughput.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67137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Fault Tolerance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40719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Automatic heartbeat detection and dead worker task re-queuing.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767137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Real-Time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40719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Embedded Tailwind CSS live control center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3206799" cy="1695450"/>
          </a:xfrm>
          <a:prstGeom prst="roundRect">
            <a:avLst>
              <a:gd name="adj" fmla="val 674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3624" y="3071812"/>
            <a:ext cx="3244899" cy="1733550"/>
          </a:xfrm>
          <a:prstGeom prst="roundRect">
            <a:avLst>
              <a:gd name="adj" fmla="val 6593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75749" y="3090862"/>
            <a:ext cx="3206799" cy="1695450"/>
          </a:xfrm>
          <a:prstGeom prst="roundRect">
            <a:avLst>
              <a:gd name="adj" fmla="val 674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662" y="3357562"/>
            <a:ext cx="3905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999" y="3819525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3357562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124" y="3819525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7624" y="3357562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43025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 robust three-tier distributed topology connecting clients, master coordinator, and worker nodes.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81" y="3852862"/>
            <a:ext cx="35088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Client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125" y="4157662"/>
            <a:ext cx="33417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Submits tasks and queries execution statuses via HTTP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1655" y="3852862"/>
            <a:ext cx="35088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1B4B"/>
                </a:solidFill>
                <a:latin typeface="Inter"/>
              </a:rPr>
              <a:t>Master Coordinator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199" y="4157662"/>
            <a:ext cx="33417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338CA"/>
                </a:solidFill>
                <a:latin typeface="Inter"/>
              </a:rPr>
              <a:t>Manages task queue, worker state, and web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4730" y="3852862"/>
            <a:ext cx="35088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Worker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8274" y="4157662"/>
            <a:ext cx="33417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Polls tasks, executes payloads, and reports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76600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76600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76600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CORE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Master Coordinator &amp; Axum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43025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High-performance asynchronous server built with Axum routing and thread-safe shared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528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Task Lifecycle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86715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Tracks states from Pending and Running to Completed or Failed.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5528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Thread-Safe 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86715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Utilizes Tokio Arc and RwLock for safe multi-threaded state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552825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REST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86715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Clean JSON APIs for task submission, worker polling, and heartbeats.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7075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67075"/>
            <a:ext cx="38100" cy="13430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3267075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00425" y="3267075"/>
            <a:ext cx="38100" cy="13430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3267075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0" y="3267075"/>
            <a:ext cx="38100" cy="13430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2075" y="3267075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3267075"/>
            <a:ext cx="38100" cy="13430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Worker Node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43025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Independent daemon processes that register, poll, execute, and report results asynchronously.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95675"/>
            <a:ext cx="2238375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Inter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3495675"/>
            <a:ext cx="2238375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495675"/>
            <a:ext cx="2238375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Inter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675" y="3495675"/>
            <a:ext cx="2238375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Inter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762375"/>
            <a:ext cx="27628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019550"/>
            <a:ext cx="22002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Connects to master with unique worker 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7125" y="3762375"/>
            <a:ext cx="27628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Heartbeat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7125" y="4019550"/>
            <a:ext cx="22002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Sends periodic liveness pings every 5 seconds.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3762375"/>
            <a:ext cx="27628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Task Polling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4019550"/>
            <a:ext cx="22002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Fetches pending items from the master queue.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3762375"/>
            <a:ext cx="27628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Result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8775" y="4019550"/>
            <a:ext cx="22002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Executes payload and returns success or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33712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48037"/>
            <a:ext cx="474345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348037"/>
            <a:ext cx="474345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Client CLI &amp; 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43025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Dual interface approach supporting command-line power users and visual browser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67137"/>
            <a:ext cx="622577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Client CLI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7193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Provides simple subcommands: `submit "payload"` and `list` for terminal inspection.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767137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Tailwind Web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07193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Auto-refreshes every 3 seconds with responsive dark-mode styling and status badges.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76587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76587"/>
            <a:ext cx="35052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Fault Tolerance &amp; Heartbeat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43025"/>
            <a:ext cx="952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Ensures zero task loss even when worker nodes crash unexpectedly.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281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15-Second Timeout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67137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Background daemon monitors worker heartbeat timestamps continuously.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45281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Orphan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67137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Identifies tasks assigned to unresponsive workers instantly upon timeout.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452812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Automatic Re-Queuing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767137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Resets task status to Pending and clears assignment for healthy workers.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373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373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3373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Inter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Technology Stack &amp; Crates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43025"/>
            <a:ext cx="952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Leveraging modern Rust ecosystem libraries for maximum memory safety and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0996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Tokio &amp; Axum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86187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Asynchronous runtime and web framework for fast REST routing.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50996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Reqwest &amp; Clap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86187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HTTP client for worker communication and robust CLI parsing.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509962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Serde &amp; UUID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786187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Fast JSON serialization and unique task ID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09987" y="3671887"/>
            <a:ext cx="4772025" cy="990600"/>
          </a:xfrm>
          <a:prstGeom prst="roundRect">
            <a:avLst>
              <a:gd name="adj" fmla="val 11538"/>
            </a:avLst>
          </a:prstGeom>
          <a:solidFill>
            <a:srgbClr val="302D59"/>
          </a:solidFill>
          <a:ln w="9525">
            <a:solidFill>
              <a:srgbClr val="403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64408" y="2195512"/>
            <a:ext cx="5463182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2909887"/>
            <a:ext cx="8334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Inter"/>
              </a:rPr>
              <a:t>Successfully engineered and demonstrated a resilient distributed task scheduling engine in 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6890" y="3910012"/>
            <a:ext cx="47982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818CF8"/>
                </a:solidFill>
                <a:latin typeface="Inter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6890" y="4233862"/>
            <a:ext cx="4798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E2E8F0"/>
                </a:solidFill>
                <a:latin typeface="Inter"/>
              </a:rPr>
              <a:t>Group 4 | Open for questions and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